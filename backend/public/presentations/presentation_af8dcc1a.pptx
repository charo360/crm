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-548640"/>
            <a:ext cx="2560320" cy="2560320"/>
          </a:xfrm>
          <a:prstGeom prst="ellipse">
            <a:avLst/>
          </a:prstGeom>
          <a:solidFill>
            <a:srgbClr val="28A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65760" y="5303520"/>
            <a:ext cx="1463040" cy="1463040"/>
          </a:xfrm>
          <a:prstGeom prst="ellipse">
            <a:avLst/>
          </a:prstGeom>
          <a:solidFill>
            <a:srgbClr val="1E9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2614"/>
                </a:solidFill>
                <a:latin typeface="Calibri Light"/>
              </a:defRPr>
            </a:pPr>
            <a:r>
              <a:t>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A6B4A"/>
                </a:solidFill>
                <a:latin typeface="Calibri"/>
              </a:defRPr>
            </a:pPr>
            <a:r>
              <a:t>Sub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2286000" cy="54864"/>
          </a:xfrm>
          <a:prstGeom prst="rect">
            <a:avLst/>
          </a:prstGeom>
          <a:solidFill>
            <a:srgbClr val="00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2614"/>
                </a:solidFill>
                <a:latin typeface="Calibri Light"/>
              </a:defRPr>
            </a:pPr>
            <a:r>
              <a:t>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00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▸  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▸ 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6B4A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2614"/>
                </a:solidFill>
                <a:latin typeface="Calibri Light"/>
              </a:defRPr>
            </a:pPr>
            <a:r>
              <a:t>Keys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00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20116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2011680"/>
          </a:xfrm>
          <a:prstGeom prst="rect">
            <a:avLst/>
          </a:prstGeom>
          <a:solidFill>
            <a:srgbClr val="00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B3A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E9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A2614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2286000" cy="54864"/>
          </a:xfrm>
          <a:prstGeom prst="rect">
            <a:avLst/>
          </a:prstGeom>
          <a:solidFill>
            <a:srgbClr val="00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A6B4A"/>
                </a:solidFill>
                <a:latin typeface="Calibri"/>
              </a:defRPr>
            </a:pPr>
            <a:r>
              <a:t>Biz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