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9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548640"/>
            <a:ext cx="2560320" cy="2560320"/>
          </a:xfrm>
          <a:prstGeom prst="ellipse">
            <a:avLst/>
          </a:prstGeom>
          <a:solidFill>
            <a:srgbClr val="49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303520"/>
            <a:ext cx="1463040" cy="1463040"/>
          </a:xfrm>
          <a:prstGeom prst="ellipse">
            <a:avLst/>
          </a:prstGeom>
          <a:solidFill>
            <a:srgbClr val="3F8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C4E8"/>
                </a:solidFill>
                <a:latin typeface="Calibri"/>
              </a:defRPr>
            </a:pPr>
            <a:r>
              <a:t>Sub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389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9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389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8D8E8"/>
                </a:solidFill>
                <a:latin typeface="Calibri"/>
              </a:defRPr>
            </a:pPr>
            <a:r>
              <a:t>  ▸  A</a:t>
            </a:r>
          </a:p>
          <a:p>
            <a:pPr>
              <a:spcAft>
                <a:spcPts val="1000"/>
              </a:spcAft>
              <a:defRPr sz="1800">
                <a:solidFill>
                  <a:srgbClr val="C8D8E8"/>
                </a:solidFill>
                <a:latin typeface="Calibri"/>
              </a:defRPr>
            </a:pPr>
            <a:r>
              <a:t>  ▸ 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C4E8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9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389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2011680"/>
          </a:xfrm>
          <a:prstGeom prst="rect">
            <a:avLst/>
          </a:prstGeom>
          <a:solidFill>
            <a:srgbClr val="389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E6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8E8"/>
                </a:solidFill>
                <a:latin typeface="Calibri"/>
              </a:defRPr>
            </a:pPr>
            <a:r>
              <a:t>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F8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9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389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C4E8"/>
                </a:solidFill>
                <a:latin typeface="Calibri"/>
              </a:defRPr>
            </a:pPr>
            <a:r>
              <a:t>Biz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