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FF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Paya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DD8A8"/>
                </a:solidFill>
                <a:latin typeface="Calibri"/>
              </a:defRPr>
            </a:pPr>
            <a:r>
              <a:t>Affordable Streetwear. Quality You Can Trust. Delivered in Kenya.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Kenya's fashion market is broken for the everyday buyer.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Mitumba (secondhand) is cheap but inconsistent — sizes, quality, and styles are a gamble.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Brand stores (Nike, Adidas, etc.) are priced for the elite — KES 3,000–8,000+ per item.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Online shopping from China takes 2–4 weeks, no returns, no trust.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The gap: No one is selling new, quality, affordable streetwear at KES 600–1,500 with fast local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Hoodie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T-Shirt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Shoes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Paya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KES 1,200–1,500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KES 500–600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KES 700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Traction — We're Already Moving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14 hoodies ordered — first batch, pre-launch demand confirmed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Products live: Blue T-Shirts (KES 600), T-Shirts (KES 500), Shoes (KES 700)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Business registered — Paya Ventures, Kenya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Direct China supply chain established — manufacturers vetted, pricing locked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"We haven't even marketed yet, and 14 people already bought."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91.5% of Kenyan households buy secondhand clothes — they want new but can't afford it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KES 28 billion spent on secondhand clothing imports in 2024 alone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Kenya's youth population (75% under 35) drives streetwear culture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Social commerce is exploding — TikTok, Instagram, WhatsApp drive purchasing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Our target: Millions of Kenyans who want new, stylish, affordable clothing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Direct DTC (WhatsApp/IG/TikTok)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Wholesale to local resellers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Pop-ups &amp; campus activations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40–60%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20–30%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50%+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Ask — KES 600,000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Inventory (hoodies, tees, shoes)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Marketing &amp; content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Logistics &amp; packaging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KES 300,000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KES 200,000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KES 100,000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Why Paya Ventures?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Founder-led, lean, and hungry — no overhead, just execution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Real demand validated — 14 orders before any marketing spend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Massive market gap — affordable new streetwear in Kenya is underserved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Scalable model — China sourcing + Kenyan distribution = repeatable playbook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We're not building a brand. We're building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Invest — KES 600,000 for equity/revenue share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Follow — @PayaVentures on Instagram/TikTok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Partner — Resellers, influencers, campus ambassadors welcome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Contact: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Sam — Founder, Paya Ventures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📧 sm1761a@american.edu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📞 +254 796 148 904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DD8A8"/>
                </a:solidFill>
                <a:latin typeface="Calibri"/>
              </a:defRPr>
            </a:pPr>
            <a:r>
              <a:t>Paya 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D0C0"/>
                </a:solidFill>
                <a:latin typeface="Calibri"/>
              </a:defRPr>
            </a:pPr>
            <a:r>
              <a:t>Affordable Streetwear. Quality You Can Trust. Delivered in Kenya.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