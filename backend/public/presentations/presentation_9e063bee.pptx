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FF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DD8A8"/>
                </a:solidFill>
                <a:latin typeface="Calibri"/>
              </a:defRPr>
            </a:pPr>
            <a:r>
              <a:t>Sub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A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DD8A8"/>
                </a:solidFill>
                <a:latin typeface="Calibri"/>
              </a:defRPr>
            </a:pPr>
            <a:r>
              <a:t>Biz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