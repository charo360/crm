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0" y="0"/>
            <a:ext cx="3657600" cy="6858000"/>
          </a:xfrm>
          <a:prstGeom prst="rect">
            <a:avLst/>
          </a:prstGeom>
          <a:solidFill>
            <a:srgbClr val="14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0"/>
            <a:ext cx="73152" cy="6858000"/>
          </a:xfrm>
          <a:prstGeom prst="rect">
            <a:avLst/>
          </a:prstGeom>
          <a:solidFill>
            <a:srgbClr val="389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Georgia"/>
              </a:defRPr>
            </a:pPr>
            <a: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06440" y="25603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D8E8"/>
                </a:solidFill>
                <a:latin typeface="Calibri"/>
              </a:defRPr>
            </a:pPr>
            <a:r>
              <a:t>Presented by My Business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