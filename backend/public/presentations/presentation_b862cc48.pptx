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8079" y="-548640"/>
            <a:ext cx="2560320" cy="2560320"/>
          </a:xfrm>
          <a:prstGeom prst="ellipse">
            <a:avLst/>
          </a:prstGeom>
          <a:solidFill>
            <a:srgbClr val="28C3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65760" y="5303520"/>
            <a:ext cx="1463040" cy="1463040"/>
          </a:xfrm>
          <a:prstGeom prst="ellipse">
            <a:avLst/>
          </a:prstGeom>
          <a:solidFill>
            <a:srgbClr val="1EB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Test Preview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E0C0"/>
                </a:solidFill>
                <a:latin typeface="Calibri"/>
              </a:defRPr>
            </a:pPr>
            <a:r>
              <a:t>By Zilo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06240"/>
            <a:ext cx="2286000" cy="54864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Points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D0E8D8"/>
                </a:solidFill>
                <a:latin typeface="Calibri"/>
              </a:defRPr>
            </a:pPr>
            <a:r>
              <a:t>  ▸  A</a:t>
            </a:r>
          </a:p>
          <a:p>
            <a:pPr>
              <a:spcAft>
                <a:spcPts val="1000"/>
              </a:spcAft>
              <a:defRPr sz="1800">
                <a:solidFill>
                  <a:srgbClr val="D0E8D8"/>
                </a:solidFill>
                <a:latin typeface="Calibri"/>
              </a:defRPr>
            </a:pPr>
            <a:r>
              <a:t>  ▸ 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E0C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EB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00400"/>
            <a:ext cx="2286000" cy="54864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0E0C0"/>
                </a:solidFill>
                <a:latin typeface="Calibri"/>
              </a:defRPr>
            </a:pPr>
            <a:r>
              <a:t>Zilo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