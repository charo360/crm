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CD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98079" y="-548640"/>
            <a:ext cx="2560320" cy="2560320"/>
          </a:xfrm>
          <a:prstGeom prst="ellipse">
            <a:avLst/>
          </a:prstGeom>
          <a:solidFill>
            <a:srgbClr val="28C3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65760" y="5303520"/>
            <a:ext cx="1463040" cy="1463040"/>
          </a:xfrm>
          <a:prstGeom prst="ellipse">
            <a:avLst/>
          </a:prstGeom>
          <a:solidFill>
            <a:srgbClr val="1EB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 Light"/>
              </a:defRPr>
            </a:pPr>
            <a:r>
              <a:t>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E0C0"/>
                </a:solidFill>
                <a:latin typeface="Calibri"/>
              </a:defRPr>
            </a:pPr>
            <a:r>
              <a:t>Sub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206240"/>
            <a:ext cx="2286000" cy="54864"/>
          </a:xfrm>
          <a:prstGeom prst="rect">
            <a:avLst/>
          </a:prstGeom>
          <a:solidFill>
            <a:srgbClr val="4CD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CD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Content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645920" cy="45720"/>
          </a:xfrm>
          <a:prstGeom prst="rect">
            <a:avLst/>
          </a:prstGeom>
          <a:solidFill>
            <a:srgbClr val="4CD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D0E8D8"/>
                </a:solidFill>
                <a:latin typeface="Calibri"/>
              </a:defRPr>
            </a:pPr>
            <a:r>
              <a:t>  ▸  A</a:t>
            </a:r>
          </a:p>
          <a:p>
            <a:pPr>
              <a:spcAft>
                <a:spcPts val="1000"/>
              </a:spcAft>
              <a:defRPr sz="1800">
                <a:solidFill>
                  <a:srgbClr val="D0E8D8"/>
                </a:solidFill>
                <a:latin typeface="Calibri"/>
              </a:defRPr>
            </a:pPr>
            <a:r>
              <a:t>  ▸ 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E0C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CD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Keys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645920" cy="45720"/>
          </a:xfrm>
          <a:prstGeom prst="rect">
            <a:avLst/>
          </a:prstGeom>
          <a:solidFill>
            <a:srgbClr val="4CD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931920" cy="2011680"/>
          </a:xfrm>
          <a:prstGeom prst="rect">
            <a:avLst/>
          </a:prstGeom>
          <a:solidFill>
            <a:srgbClr val="071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73152" cy="2011680"/>
          </a:xfrm>
          <a:prstGeom prst="rect">
            <a:avLst/>
          </a:prstGeom>
          <a:solidFill>
            <a:srgbClr val="4CD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D137"/>
                </a:solidFill>
                <a:latin typeface="Calibri"/>
              </a:defRPr>
            </a:pPr>
            <a:r>
              <a:t>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0E8D8"/>
                </a:solidFill>
                <a:latin typeface="Calibri"/>
              </a:defRPr>
            </a:pPr>
            <a:r>
              <a:t>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EB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CD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 Light"/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200400"/>
            <a:ext cx="2286000" cy="54864"/>
          </a:xfrm>
          <a:prstGeom prst="rect">
            <a:avLst/>
          </a:prstGeom>
          <a:solidFill>
            <a:srgbClr val="4CD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0E0C0"/>
                </a:solidFill>
                <a:latin typeface="Calibri"/>
              </a:defRPr>
            </a:pPr>
            <a:r>
              <a:t>Biz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