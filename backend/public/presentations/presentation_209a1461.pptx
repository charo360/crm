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FF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03520"/>
            <a:ext cx="1463040" cy="1463040"/>
          </a:xfrm>
          <a:prstGeom prst="ellipse">
            <a:avLst/>
          </a:prstGeom>
          <a:solidFill>
            <a:srgbClr val="F7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Paya Ventures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DD8A8"/>
                </a:solidFill>
                <a:latin typeface="Calibri"/>
              </a:defRPr>
            </a:pPr>
            <a:r>
              <a:t>Affordable Streetwear. Quality You Can Trust. Delivered in Kenya.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Kenya's fashion market is broken for the everyday buyer.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Mitumba (secondhand) is cheap but inconsistent — sizes, quality, and styles are a gamble.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Brand stores (Nike, Adidas, etc.) are priced for the elite — KES 3,000–8,000+ per item.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Online shopping from China takes 2–4 weeks, no returns, no trust.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The gap: No one is selling new, quality, affordable streetwear at KES 600–1,500 with fast local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Our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Hoodie — KES 1,200–1,500 (market: KES 2,100–4,000)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T-Shirt — KES 500–600 (market: KES 800–2,000)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Shoes — KES 700 (market: KES 2,500–8,000)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Our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Direct from Chinese manufacturers — no middlemen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Every item inspected before dispatch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No mitumba gamble — new, consistent quality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Fast local delivery across Kenya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2743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Traction — We're Already Moving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14 Hoodies Ordered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Pre-launch demand confirmed before any marketing spend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Products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T-Shirts (KES 500–600), Shoes (KES 700) — actively selling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Supply Chain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Chinese manufacturers vetted, pricing locked, direct sourcing established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84048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84048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Business Registered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Paya Ventures — Kenya, ready to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91.5% of Kenyan households buy secondhand clothes — they want new but can't afford it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KES 28 billion spent on secondhand clothing imports in 2024 alone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Kenya's youth population (75% under 35) drives streetwear culture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Social commerce is exploding — TikTok, Instagram, WhatsApp drive purchasing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Our target: Millions of Kenyans who want new, stylish, affordable clothing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Revenue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Direct DTC (WhatsApp/IG/TikTok) — 40–60% margin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Wholesale to local resellers — 20–30% margin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Pop-ups &amp; campus activations — 50%+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Unit Economics (Hoodie)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Cost from China: ~KES 600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Selling price: KES 1,200–1,500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Gross profit per hoodie: KES 600–900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Scalable, repeatable playbook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2743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The Ask — KES 600,000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Inventory (hoodies, tees, shoes) — KES 300,000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Marketing &amp; content — KES 200,000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Logistics &amp; packaging — KES 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Equity stake or revenue-share agreement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Monthly performance reports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First look at Series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2743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Why Paya Ventures?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Founder-Led &amp; 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No overhead, no bloat — just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Real Demand 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14 orders before any marketing spend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Massive Market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Affordable new streetwear in Kenya is underserved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84048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84048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Scalable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China sourcing + Kenyan distribution = repeatable playbook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1. Invest — KES 600,000 for equity/revenue share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2. Follow — @PayaVentures on Instagram/TikTok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3. Partner — Resellers, influencers, campus ambassadors welcome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Contact: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Sam — Founder, Paya Ventures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📧 sm1761a@american.edu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📞 +254 796 148 904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7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DD8A8"/>
                </a:solidFill>
                <a:latin typeface="Calibri"/>
              </a:defRPr>
            </a:pPr>
            <a:r>
              <a:t>Paya Ventures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D0C0"/>
                </a:solidFill>
                <a:latin typeface="Calibri"/>
              </a:defRPr>
            </a:pPr>
            <a:r>
              <a:t>Affordable Streetwear. Quality You Can Trust. Delivered in Kenya.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